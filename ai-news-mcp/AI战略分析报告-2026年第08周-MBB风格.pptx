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前沿战略分析报告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游戏行业 AI 趋势深度洞察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2026年2月 | 第08周 | MBB风格战略咨询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3657600"/>
            <a:ext cx="6400800" cy="18288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目录 | AGENDA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核心发现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本周五大关键趋势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深度分析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组织变革与行业洗牌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战略建议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短中长期行动路线图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风险与机遇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3891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决策矩阵与优先级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937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下一步行动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立即执行清单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01 | 核心发现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本周五大关键趋势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行业地震：Microsoft Xbox 完成 AI 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CoreAI 负责人接管 Xbox，标志游戏巨头战略转型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工作室危机加速：3+ 家关闭/裁员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传统开发模式承压，AI 工具降低门槛加剧竞争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AI 伦理危机：TikTok 广告争议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703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品牌风险管理缺失，AI 生成内容审核迫在眉睫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297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技术突破：OpenAI 研究级推理能力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297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</a:rPr>
              <a:t>⭐⭐⭐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526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AI 从'生成'向'推理'进化，应用场景扩展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51206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安全威胁：AI 编码工具漏洞频发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5120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</a:rPr>
              <a:t>⭐⭐⭐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349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Amazon 13小时宕机敲响警钟，风险防控成为重点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02 | 深度分析：Microsoft 的 AI 战略转型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关键事件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Phil Spencer 退休（Xbox 掌门人）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CoreAI 负责人接任 Xbox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Sarah Bond 同时离职（Xbox 总裁）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影响时间线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3-6个月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Xbox 产品线 AI 整合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95%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51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1-2年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游戏开发工具 AI 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4343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90%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006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3-5年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行业分化为 AI 原生/传统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70%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3931920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战略解读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0" y="219456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这标志着 Microsoft 将 AI 从'工具层'提升为'战略核心'。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传统游戏领导者 → AI 技术领导者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竞争对手（Sony/Nintendo）压力骤增，行业将迎来新一轮军备竞赛。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02 | 深度分析：工作室生存危机加速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2026年1-2月工作室关闭统计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Bluepoint Games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993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Sony 旗下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993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2月20日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Midsummer Studios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Jake Solomon 创立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450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2月20日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077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Ubisoft Toronto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907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裁员 40人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9077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2月20日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深层原因分析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" y="4160520"/>
            <a:ext cx="27432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4160520"/>
            <a:ext cx="96012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开发成本高企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40690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持续上升 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4617720"/>
            <a:ext cx="27432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0" y="4617720"/>
            <a:ext cx="68580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AI 降低门槛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4526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526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加速竞争 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5074920"/>
            <a:ext cx="27432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0" y="5074920"/>
            <a:ext cx="54864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937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玩家期待提升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4983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983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质量要求更高 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71600" y="5532120"/>
            <a:ext cx="27432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Shape 34"/>
          <p:cNvSpPr/>
          <p:nvPr/>
        </p:nvSpPr>
        <p:spPr>
          <a:xfrm>
            <a:off x="1371600" y="5532120"/>
            <a:ext cx="41148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融资环境恶化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06240" y="54406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5440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投资人谨慎 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0" y="5989320"/>
            <a:ext cx="27432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Shape 39"/>
          <p:cNvSpPr/>
          <p:nvPr/>
        </p:nvSpPr>
        <p:spPr>
          <a:xfrm>
            <a:off x="1371600" y="5989320"/>
            <a:ext cx="13716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852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大厂垄断效应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06240" y="58978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5%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5897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寡头效应 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03 | 战略建议：行动路线图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84048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本周（紧急）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召开紧急战略会议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审查 AI 内容风险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评估竞争态势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84048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本月（重要）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制定 AI 战略路线图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建立 AI 治理体系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评估并购机会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384048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160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本季度（规划）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663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试点 AI 项目启动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团队能力建设培训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394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组织架构调整评估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931920"/>
            <a:ext cx="384048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4160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今年（转型）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4663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AI 工具全面整合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5029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新产品线孵化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5394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战略转型完成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04 | 风险与机遇矩阵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机遇 | OPPORTUNITIES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效率提升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 工具可提升开发效率 30-50%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成本降低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降低重复性工作成本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创新空间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新的游戏类型和体验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572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弯道超车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800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中小团队借助 AI 挑战大厂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8404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风险 | RISKS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10312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技术风险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 工具故障、漏洞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83464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834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品牌风险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 生成内容质量问题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5661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566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人才风险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岗位转型压力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429768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297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竞争风险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4526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竞对 AI 布局更快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502920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⚠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94960" y="5029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伦理风险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5257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 使用不当导致公关危机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05 | 下一步行动：立即执行清单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solidFill>
            <a:srgbClr val="F96167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P0 | 最高优先级（本周完成）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召开紧急管理层会议，评估 Microsoft 人事变动影响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审查所有 AI 生成内容的审核流程，建立人工审核机制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制作竞对 AI 能力地图，识别自身差距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 | 高优先级（本月完成）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制定 AI 战略路线图（短期/中期/长期）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1148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建立 AI 治理体系（伦理指南、审核流程、风险管理）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78638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46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</a:rPr>
              <a:t>P2 | 中优先级（本季度完成）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在非核心项目试点 AI 工具，培训团队使用技能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结论 | 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5486400" cy="182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</a:rPr>
              <a:t>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本周是游戏 AI 领域的历史性一周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Microsoft 用实际行动证明了 AI 的战略地位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</a:rPr>
              <a:t>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工作室关闭潮提醒我们行业变革正在加速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建议立场：积极拥抱，谨慎实施，持续监控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记得多喝水！💧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AI 前沿战略分析 | 2026-02-21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2026-02-21T04:30:52Z</dcterms:created>
  <dcterms:modified xsi:type="dcterms:W3CDTF">2026-02-21T04:30:52Z</dcterms:modified>
</cp:coreProperties>
</file>